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Multi-Asset Portfolio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Progress Update — 50% complete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built and producing point-in-time output. First partial results are in.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ML/AI Professional Certificate · Javier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 of 9 complete</a:t>
            </a:r>
            <a:pPr indent="0" marL="0">
              <a:buNone/>
            </a:pPr>
            <a:r>
              <a:rPr lang="en-US" sz="14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data, diagnostics, covariance engine and weight optimization are done and validated. The regime detector is in progress.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84248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2120036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305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clean returns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984248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88" y="2120036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21305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diagnostics + asset clustering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1984248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548" y="2120036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21305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Covariance: Ledoit-Wolf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3720236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456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463040" y="37307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Covariance: EWMA variant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343400" y="3200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3584448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788" y="3720236"/>
            <a:ext cx="231343" cy="2313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3456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257800" y="37307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MinVar vs Risk Parity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138160" y="3200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6760" y="3584448"/>
            <a:ext cx="502920" cy="502920"/>
          </a:xfrm>
          <a:prstGeom prst="ellipse">
            <a:avLst/>
          </a:prstGeom>
          <a:solidFill>
            <a:srgbClr val="2A3A7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548" y="3720236"/>
            <a:ext cx="231343" cy="23134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3456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052560" y="37307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detector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548640" y="4800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77240" y="5184648"/>
            <a:ext cx="502920" cy="502920"/>
          </a:xfrm>
          <a:prstGeom prst="ellipse">
            <a:avLst/>
          </a:prstGeom>
          <a:solidFill>
            <a:srgbClr val="E4E8F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028" y="5320436"/>
            <a:ext cx="231343" cy="23134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63040" y="50566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1463040" y="53309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tilt + full pipeline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4343400" y="4800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572000" y="5184648"/>
            <a:ext cx="502920" cy="502920"/>
          </a:xfrm>
          <a:prstGeom prst="ellipse">
            <a:avLst/>
          </a:prstGeom>
          <a:solidFill>
            <a:srgbClr val="E4E8F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7788" y="5320436"/>
            <a:ext cx="231343" cy="23134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257800" y="50566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5257800" y="53309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 + crises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8138160" y="4800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366760" y="5184648"/>
            <a:ext cx="502920" cy="502920"/>
          </a:xfrm>
          <a:prstGeom prst="ellipse">
            <a:avLst/>
          </a:prstGeom>
          <a:solidFill>
            <a:srgbClr val="E4E8F1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2548" y="5320436"/>
            <a:ext cx="231343" cy="23134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052560" y="50566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9052560" y="53309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significance</a:t>
            </a:r>
            <a:endParaRPr lang="en-US" sz="1350" dirty="0"/>
          </a:p>
        </p:txBody>
      </p:sp>
      <p:sp>
        <p:nvSpPr>
          <p:cNvPr id="49" name="Text 3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monthly output stored as computed at that date — no lookahead, no retro-corrected labels.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 — The Diagnostic That Shaped the 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weekly returns be forecast — or only their risk? The ACF / Ljung-Box tests answered.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9769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01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direction ≈ noise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|autocorrelation| — under 1% of next-week variance explained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9319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is significant in several assets, but the effect is below transaction-cost thresholds: statistically detectable ≠ economically exploitable.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1E2A5E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2A3A7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13" y="197693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1901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persistent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9006840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|ACF| of squared returns — clustering lasts 4–6 weeks; p-values down to 10⁻¹²²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3931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unpredictable. Intensity: persistent. The whole design follows from this asymmetry.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580644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2F4F9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 confirmed: </a:t>
            </a:r>
            <a:pPr indent="0" marL="0">
              <a:buNone/>
            </a:pPr>
            <a:r>
              <a:rPr lang="en-US" sz="14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never receives expected returns — it estimates and budgets risk.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 — Diversification Is Real, Not Nominal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unsupervised, recovered exactly the three behavior families the universe was designed around.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9769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· VEA · XLE · XLU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XLU sits farthest from the rest — the defensive member of the equity family.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2F4F9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 airbag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IEF · SHY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063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Treasuries cluster on their own; SPY–IEF at −0.21 is the hedge that matters.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55448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2F4F9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613" y="197693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hedge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— an island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063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a genuine third behavior, not a satellite of either family.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480560"/>
            <a:ext cx="11201400" cy="1417320"/>
          </a:xfrm>
          <a:prstGeom prst="roundRect">
            <a:avLst>
              <a:gd name="adj" fmla="val 6452"/>
            </a:avLst>
          </a:prstGeom>
          <a:solidFill>
            <a:srgbClr val="1E2A5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68680" y="46817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 all passed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68680" y="5074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SPY–VEA 0.88 (weekly returns fix the close-time lag) · SPY–IEF −0.21 · SHY flat vs everything · adjusted-price signature confirmed (IEF 3.6% annualized vs ~1% unadjusted)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splits equity vs {IEF, SHY, GLD}; k=3 isolates gold — the dendrogram tells the same story at every cut.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 — A Risk Map That Recalibrates Itself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covariance engine is live: ~190 point-in-time monthly matrices, each built only from data available at its date.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2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covariance matrices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returns, 3-year rolling window. Stored as computed — never overwritten with recomputed history.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2F4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0.03–0.19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Ledoit-Wolf shrinkage, self-calibrated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doubled in March 2020: a chaotic sample earns more shrinkage. Statistical humility, written as a formula.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E2A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0.97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variant runs in parallel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estimators now compete (rolling LW vs EWMA λ=0.97). The backtest — not taste — will pick the winner.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MinVar-with-caps and Risk Parity weights are being generated from these matrices every month — the two allocation methods compete on equal footing.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 Signal — The System Reacted Before Anyone Asked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interesting partial finding so far: the 2022 breakdown of the stock–bond hedge, seen and handled by the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92808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040941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flipped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67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SPY–IEF, negative for a decade (the "airbag"), turned positive in 2022 — bonds fell with stocks.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2F4F9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218688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366821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3108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rolling estimator saw it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493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point-in-time covariance registered the flip as it happened; the EWMA variant detected it ~6 months earlier.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544568"/>
            <a:ext cx="548640" cy="548640"/>
          </a:xfrm>
          <a:prstGeom prst="ellipse">
            <a:avLst/>
          </a:prstGeom>
          <a:solidFill>
            <a:srgbClr val="2A3A7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4692701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Parity acted on it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818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IEF weight was cut from ~46% to ~33% — a de-risking decision no human made.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this is the behavior the system was designed for — adapting the risk map from data, not from opinion. 2022 was real, not a bug.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Half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so far produces inputs. The second half asks whether they are worth anything.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A3A75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0312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413" y="22512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detector (in progress)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volatility, trailing return and cross-asset correlation → calm / normal / stress, scaling total exposure.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A3A75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13" y="22512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tilt + full pipeline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 momentum as a capped ±20% tilt after optimization — never inside it. Assemble the complete monthly cycle.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840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A3A75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11480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13" y="426293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4709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window, 5 bps costs, vs SPY and 60/40 — plus per-crisis event studies (2011, 2018, 2020, 2022).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840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A3A7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114800"/>
            <a:ext cx="548640" cy="548640"/>
          </a:xfrm>
          <a:prstGeom prst="ellipse">
            <a:avLst/>
          </a:prstGeom>
          <a:solidFill>
            <a:srgbClr val="1E2A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426293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Block-bootstrap significance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4709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on every Sharpe difference: real effect, or sampling luck? A rigorous tie is a valid answer.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22960" y="598932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1097280" y="60899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consider a rigorous negative finding as valuable an outcome as a positive one."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2026-09-22T16:40:00Z</dcterms:created>
  <dcterms:modified xsi:type="dcterms:W3CDTF">2026-09-22T16:40:00Z</dcterms:modified>
</cp:coreProperties>
</file>